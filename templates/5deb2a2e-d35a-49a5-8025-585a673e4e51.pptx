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oper Hewitt Bold" charset="1" panose="00000000000000000000"/>
      <p:regular r:id="rId16"/>
    </p:embeddedFont>
    <p:embeddedFont>
      <p:font typeface="Cooper Hewitt" charset="1" panose="00000000000000000000"/>
      <p:regular r:id="rId17"/>
    </p:embeddedFont>
    <p:embeddedFont>
      <p:font typeface="DM Sans Bold" charset="1" panose="000000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16" Target="../media/image55.png" Type="http://schemas.openxmlformats.org/officeDocument/2006/relationships/image"/><Relationship Id="rId17" Target="../media/image56.svg" Type="http://schemas.openxmlformats.org/officeDocument/2006/relationships/image"/><Relationship Id="rId18" Target="../media/image57.png" Type="http://schemas.openxmlformats.org/officeDocument/2006/relationships/image"/><Relationship Id="rId19" Target="../media/image5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18332" y="2731879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56031" y="5686468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7104" y="3974852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013229"/>
            <a:ext cx="9904619" cy="239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COMPUTER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20822"/>
            <a:ext cx="8626948" cy="208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9"/>
              </a:lnSpc>
            </a:pPr>
            <a:r>
              <a:rPr lang="en-US" sz="10463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5075" y="6673696"/>
            <a:ext cx="7793067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71027" y="2710779"/>
            <a:ext cx="5610468" cy="6246472"/>
          </a:xfrm>
          <a:custGeom>
            <a:avLst/>
            <a:gdLst/>
            <a:ahLst/>
            <a:cxnLst/>
            <a:rect r="r" b="b" t="t" l="l"/>
            <a:pathLst>
              <a:path h="6246472" w="5610468">
                <a:moveTo>
                  <a:pt x="0" y="0"/>
                </a:moveTo>
                <a:lnTo>
                  <a:pt x="5610468" y="0"/>
                </a:lnTo>
                <a:lnTo>
                  <a:pt x="5610468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289454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645930"/>
            <a:ext cx="6313346" cy="234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refers to a sequence of tasks that are carefully planned and executed to achieve a specific objective. Projects are essential in various fields, such as business, engineering, and education, and often require collaboration and resources. Each project has a start and an end, along with defined goals and deliverables. The success of a project is usually determined by how effectively the team meets the objectives within the allocated time and resources.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136400"/>
            <a:ext cx="6313346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 project refers to a sequence of tasks that are carefully planned and executed to achieve a specific objective.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36490" y="3563771"/>
            <a:ext cx="4455678" cy="2884039"/>
          </a:xfrm>
          <a:custGeom>
            <a:avLst/>
            <a:gdLst/>
            <a:ahLst/>
            <a:cxnLst/>
            <a:rect r="r" b="b" t="t" l="l"/>
            <a:pathLst>
              <a:path h="2884039" w="4455678">
                <a:moveTo>
                  <a:pt x="0" y="0"/>
                </a:moveTo>
                <a:lnTo>
                  <a:pt x="4455679" y="0"/>
                </a:lnTo>
                <a:lnTo>
                  <a:pt x="4455679" y="2884039"/>
                </a:lnTo>
                <a:lnTo>
                  <a:pt x="0" y="2884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967044" y="3563771"/>
            <a:ext cx="2577298" cy="2577298"/>
          </a:xfrm>
          <a:custGeom>
            <a:avLst/>
            <a:gdLst/>
            <a:ahLst/>
            <a:cxnLst/>
            <a:rect r="r" b="b" t="t" l="l"/>
            <a:pathLst>
              <a:path h="2577298" w="2577298">
                <a:moveTo>
                  <a:pt x="0" y="0"/>
                </a:moveTo>
                <a:lnTo>
                  <a:pt x="2577298" y="0"/>
                </a:lnTo>
                <a:lnTo>
                  <a:pt x="2577298" y="2577298"/>
                </a:lnTo>
                <a:lnTo>
                  <a:pt x="0" y="25772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613809" y="1853419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7475" y="7091680"/>
            <a:ext cx="5561706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refers to a sequence of tasks that are carefully planned and executed to achieve a specific objective. Projects are essential in various fields, such as business, engineering, and education, and often require collaboration and resources. Each project has a start and an end, along with defined goals and deliverables.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60350" y="6598269"/>
            <a:ext cx="42359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CENTRAL PROCESSING UNIT (CPU)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69482" y="1853419"/>
            <a:ext cx="520470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COMPONENTS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29916" y="7091680"/>
            <a:ext cx="5561706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refers to a sequence of tasks that are carefully planned and executed to achieve a specific objective. Projects are essential in various fields, such as business, engineering, and education, and often require collaboration and resources. Each project has a start and an end, along with defined goals and deliverables.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56213" y="6598269"/>
            <a:ext cx="42359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MEMORY (RAM &amp; STORAGE)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23534" y="1865419"/>
            <a:ext cx="4132897" cy="6143495"/>
          </a:xfrm>
          <a:custGeom>
            <a:avLst/>
            <a:gdLst/>
            <a:ahLst/>
            <a:cxnLst/>
            <a:rect r="r" b="b" t="t" l="l"/>
            <a:pathLst>
              <a:path h="6143495" w="4132897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40708" y="3004304"/>
            <a:ext cx="3102858" cy="5004610"/>
          </a:xfrm>
          <a:custGeom>
            <a:avLst/>
            <a:gdLst/>
            <a:ahLst/>
            <a:cxnLst/>
            <a:rect r="r" b="b" t="t" l="l"/>
            <a:pathLst>
              <a:path h="5004610" w="3102858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38090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SOFTWARE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720751"/>
            <a:ext cx="6804271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refers to a sequence of tasks that are carefully planned and executed to achieve a specific objective. Projects are essential in various fields, such as business, engineering, and education, and often require collaboration and resources. Each project has a start and an end, along with defined goals and deliverables. The success of a project is usually determined by how effectively the team meets the objectives within the allocated time and resources.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121576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COMPONENTS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977380"/>
            <a:ext cx="6804271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refers to a sequence of tasks that are carefully planned and executed to achieve a specific objective. Projects are essential in various fields, such as business, engineering, and education, and often require collaboration and resources.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50689" y="2012464"/>
            <a:ext cx="4355876" cy="6337915"/>
          </a:xfrm>
          <a:custGeom>
            <a:avLst/>
            <a:gdLst/>
            <a:ahLst/>
            <a:cxnLst/>
            <a:rect r="r" b="b" t="t" l="l"/>
            <a:pathLst>
              <a:path h="6337915" w="4355876">
                <a:moveTo>
                  <a:pt x="0" y="0"/>
                </a:moveTo>
                <a:lnTo>
                  <a:pt x="4355877" y="0"/>
                </a:lnTo>
                <a:lnTo>
                  <a:pt x="4355877" y="6337915"/>
                </a:lnTo>
                <a:lnTo>
                  <a:pt x="0" y="6337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27714" y="3613245"/>
            <a:ext cx="4015755" cy="4709308"/>
          </a:xfrm>
          <a:custGeom>
            <a:avLst/>
            <a:gdLst/>
            <a:ahLst/>
            <a:cxnLst/>
            <a:rect r="r" b="b" t="t" l="l"/>
            <a:pathLst>
              <a:path h="4709308" w="4015755">
                <a:moveTo>
                  <a:pt x="0" y="0"/>
                </a:moveTo>
                <a:lnTo>
                  <a:pt x="4015755" y="0"/>
                </a:lnTo>
                <a:lnTo>
                  <a:pt x="4015755" y="4709308"/>
                </a:lnTo>
                <a:lnTo>
                  <a:pt x="0" y="47093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27548">
            <a:off x="10710799" y="7296706"/>
            <a:ext cx="4912946" cy="2233157"/>
          </a:xfrm>
          <a:custGeom>
            <a:avLst/>
            <a:gdLst/>
            <a:ahLst/>
            <a:cxnLst/>
            <a:rect r="r" b="b" t="t" l="l"/>
            <a:pathLst>
              <a:path h="2233157" w="4912946">
                <a:moveTo>
                  <a:pt x="4912946" y="0"/>
                </a:moveTo>
                <a:lnTo>
                  <a:pt x="0" y="0"/>
                </a:lnTo>
                <a:lnTo>
                  <a:pt x="0" y="2233157"/>
                </a:lnTo>
                <a:lnTo>
                  <a:pt x="4912946" y="2233157"/>
                </a:lnTo>
                <a:lnTo>
                  <a:pt x="491294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40357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NETWORKING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5075" y="5119005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5075" y="3232047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&amp; THE INTERNET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08819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34517" y="4362214"/>
            <a:ext cx="936193" cy="887460"/>
          </a:xfrm>
          <a:custGeom>
            <a:avLst/>
            <a:gdLst/>
            <a:ahLst/>
            <a:cxnLst/>
            <a:rect r="r" b="b" t="t" l="l"/>
            <a:pathLst>
              <a:path h="887460" w="936193">
                <a:moveTo>
                  <a:pt x="0" y="0"/>
                </a:moveTo>
                <a:lnTo>
                  <a:pt x="936193" y="0"/>
                </a:lnTo>
                <a:lnTo>
                  <a:pt x="936193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96364" y="4321622"/>
            <a:ext cx="695271" cy="887460"/>
          </a:xfrm>
          <a:custGeom>
            <a:avLst/>
            <a:gdLst/>
            <a:ahLst/>
            <a:cxnLst/>
            <a:rect r="r" b="b" t="t" l="l"/>
            <a:pathLst>
              <a:path h="887460" w="695271">
                <a:moveTo>
                  <a:pt x="0" y="0"/>
                </a:moveTo>
                <a:lnTo>
                  <a:pt x="695272" y="0"/>
                </a:lnTo>
                <a:lnTo>
                  <a:pt x="695272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09909" y="4321622"/>
            <a:ext cx="889362" cy="887460"/>
          </a:xfrm>
          <a:custGeom>
            <a:avLst/>
            <a:gdLst/>
            <a:ahLst/>
            <a:cxnLst/>
            <a:rect r="r" b="b" t="t" l="l"/>
            <a:pathLst>
              <a:path h="887460" w="889362">
                <a:moveTo>
                  <a:pt x="0" y="0"/>
                </a:moveTo>
                <a:lnTo>
                  <a:pt x="889362" y="0"/>
                </a:lnTo>
                <a:lnTo>
                  <a:pt x="889362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07681" y="1800553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90645" y="5906717"/>
            <a:ext cx="4054734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87959" y="1800553"/>
            <a:ext cx="5216414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65651" y="5373749"/>
            <a:ext cx="167392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16633" y="5906717"/>
            <a:ext cx="4054734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6765" y="5373749"/>
            <a:ext cx="24344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DATA &amp; SECURITY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42621" y="5906717"/>
            <a:ext cx="4054734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4373" y="5373749"/>
            <a:ext cx="22638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DATA ANALYTICS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01508" y="1912631"/>
            <a:ext cx="4652055" cy="6106516"/>
          </a:xfrm>
          <a:custGeom>
            <a:avLst/>
            <a:gdLst/>
            <a:ahLst/>
            <a:cxnLst/>
            <a:rect r="r" b="b" t="t" l="l"/>
            <a:pathLst>
              <a:path h="6106516" w="4652055">
                <a:moveTo>
                  <a:pt x="0" y="0"/>
                </a:moveTo>
                <a:lnTo>
                  <a:pt x="4652055" y="0"/>
                </a:lnTo>
                <a:lnTo>
                  <a:pt x="4652055" y="6106516"/>
                </a:lnTo>
                <a:lnTo>
                  <a:pt x="0" y="6106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722613" y="3588656"/>
            <a:ext cx="2597247" cy="4793577"/>
          </a:xfrm>
          <a:custGeom>
            <a:avLst/>
            <a:gdLst/>
            <a:ahLst/>
            <a:cxnLst/>
            <a:rect r="r" b="b" t="t" l="l"/>
            <a:pathLst>
              <a:path h="4793577" w="2597247">
                <a:moveTo>
                  <a:pt x="0" y="0"/>
                </a:moveTo>
                <a:lnTo>
                  <a:pt x="2597247" y="0"/>
                </a:lnTo>
                <a:lnTo>
                  <a:pt x="2597247" y="4793577"/>
                </a:lnTo>
                <a:lnTo>
                  <a:pt x="0" y="47935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0357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ARTIFICIAL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5075" y="5119005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5075" y="329338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608819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2334" y="2121652"/>
            <a:ext cx="6034097" cy="6718124"/>
          </a:xfrm>
          <a:custGeom>
            <a:avLst/>
            <a:gdLst/>
            <a:ahLst/>
            <a:cxnLst/>
            <a:rect r="r" b="b" t="t" l="l"/>
            <a:pathLst>
              <a:path h="6718124" w="6034097">
                <a:moveTo>
                  <a:pt x="0" y="0"/>
                </a:moveTo>
                <a:lnTo>
                  <a:pt x="6034097" y="0"/>
                </a:lnTo>
                <a:lnTo>
                  <a:pt x="6034097" y="6718124"/>
                </a:lnTo>
                <a:lnTo>
                  <a:pt x="0" y="671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92353" y="1694614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100" y="0"/>
                </a:lnTo>
                <a:lnTo>
                  <a:pt x="4179100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0357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5075" y="5119005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5075" y="329338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608819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0699">
            <a:off x="11206959" y="2235663"/>
            <a:ext cx="3059086" cy="1941129"/>
          </a:xfrm>
          <a:custGeom>
            <a:avLst/>
            <a:gdLst/>
            <a:ahLst/>
            <a:cxnLst/>
            <a:rect r="r" b="b" t="t" l="l"/>
            <a:pathLst>
              <a:path h="1941129" w="3059086">
                <a:moveTo>
                  <a:pt x="0" y="0"/>
                </a:moveTo>
                <a:lnTo>
                  <a:pt x="3059087" y="0"/>
                </a:lnTo>
                <a:lnTo>
                  <a:pt x="3059087" y="1941130"/>
                </a:lnTo>
                <a:lnTo>
                  <a:pt x="0" y="194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06387">
            <a:off x="8384546" y="3988972"/>
            <a:ext cx="3160926" cy="3408842"/>
          </a:xfrm>
          <a:custGeom>
            <a:avLst/>
            <a:gdLst/>
            <a:ahLst/>
            <a:cxnLst/>
            <a:rect r="r" b="b" t="t" l="l"/>
            <a:pathLst>
              <a:path h="3408842" w="3160926">
                <a:moveTo>
                  <a:pt x="0" y="0"/>
                </a:moveTo>
                <a:lnTo>
                  <a:pt x="3160926" y="0"/>
                </a:lnTo>
                <a:lnTo>
                  <a:pt x="3160926" y="3408842"/>
                </a:lnTo>
                <a:lnTo>
                  <a:pt x="0" y="34088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175061">
            <a:off x="13167272" y="4228100"/>
            <a:ext cx="1593550" cy="4114800"/>
          </a:xfrm>
          <a:custGeom>
            <a:avLst/>
            <a:gdLst/>
            <a:ahLst/>
            <a:cxnLst/>
            <a:rect r="r" b="b" t="t" l="l"/>
            <a:pathLst>
              <a:path h="4114800" w="1593550">
                <a:moveTo>
                  <a:pt x="0" y="0"/>
                </a:moveTo>
                <a:lnTo>
                  <a:pt x="1593550" y="0"/>
                </a:lnTo>
                <a:lnTo>
                  <a:pt x="15935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40357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5075" y="5119005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5075" y="329338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IN TECHNOLOGY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08819"/>
            <a:ext cx="6543798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54205" y="6631976"/>
            <a:ext cx="442897" cy="442897"/>
          </a:xfrm>
          <a:custGeom>
            <a:avLst/>
            <a:gdLst/>
            <a:ahLst/>
            <a:cxnLst/>
            <a:rect r="r" b="b" t="t" l="l"/>
            <a:pathLst>
              <a:path h="442897" w="442897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684547" y="6631976"/>
            <a:ext cx="442897" cy="442897"/>
          </a:xfrm>
          <a:custGeom>
            <a:avLst/>
            <a:gdLst/>
            <a:ahLst/>
            <a:cxnLst/>
            <a:rect r="r" b="b" t="t" l="l"/>
            <a:pathLst>
              <a:path h="442897" w="442897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955421" y="6631976"/>
            <a:ext cx="442897" cy="442897"/>
          </a:xfrm>
          <a:custGeom>
            <a:avLst/>
            <a:gdLst/>
            <a:ahLst/>
            <a:cxnLst/>
            <a:rect r="r" b="b" t="t" l="l"/>
            <a:pathLst>
              <a:path h="442897" w="442897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885027">
            <a:off x="5092713" y="2195823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806339" y="1111346"/>
            <a:ext cx="1160704" cy="47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SHODWE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19860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24041" y="1111629"/>
            <a:ext cx="847412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28628" y="1111629"/>
            <a:ext cx="110573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23945" y="1111629"/>
            <a:ext cx="133535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7102" y="6639431"/>
            <a:ext cx="2393621" cy="3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+123-456-7890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27444" y="6640398"/>
            <a:ext cx="4493704" cy="3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WWW.REALLYGREATSITE.COM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54754" y="6639431"/>
            <a:ext cx="4279040" cy="3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123 ANYWHERE ST., ANY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DAHXrXbjV6k</dc:identifier>
  <dcterms:modified xsi:type="dcterms:W3CDTF">2011-08-01T06:04:30Z</dcterms:modified>
  <cp:revision>1</cp:revision>
  <dc:title>Pink and Purple Illustrative Computer Technology Presentation</dc:title>
</cp:coreProperties>
</file>