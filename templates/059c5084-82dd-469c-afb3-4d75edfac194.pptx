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RQND Pro Medium" charset="1" panose="00000500000000000000"/>
      <p:regular r:id="rId21"/>
    </p:embeddedFont>
    <p:embeddedFont>
      <p:font typeface="RQND Pro Condensed" charset="1" panose="00000500000000000000"/>
      <p:regular r:id="rId22"/>
    </p:embeddedFont>
    <p:embeddedFont>
      <p:font typeface="Arian" charset="1" panose="020B0505020202050204"/>
      <p:regular r:id="rId23"/>
    </p:embeddedFont>
    <p:embeddedFont>
      <p:font typeface="Arian Bold" charset="1" panose="020B0805020202050204"/>
      <p:regular r:id="rId24"/>
    </p:embeddedFont>
    <p:embeddedFont>
      <p:font typeface="TT Commons Pro" charset="1" panose="020B01030301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181" y="580551"/>
            <a:ext cx="17167638" cy="9125897"/>
            <a:chOff x="0" y="0"/>
            <a:chExt cx="4521518" cy="2403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1518" cy="2403528"/>
            </a:xfrm>
            <a:custGeom>
              <a:avLst/>
              <a:gdLst/>
              <a:ahLst/>
              <a:cxnLst/>
              <a:rect r="r" b="b" t="t" l="l"/>
              <a:pathLst>
                <a:path h="2403528" w="452151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0181" y="7801459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2209740" y="580551"/>
            <a:ext cx="0" cy="72209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38394" y="807548"/>
            <a:ext cx="3146034" cy="600607"/>
          </a:xfrm>
          <a:custGeom>
            <a:avLst/>
            <a:gdLst/>
            <a:ahLst/>
            <a:cxnLst/>
            <a:rect r="r" b="b" t="t" l="l"/>
            <a:pathLst>
              <a:path h="600607" w="3146034">
                <a:moveTo>
                  <a:pt x="0" y="0"/>
                </a:moveTo>
                <a:lnTo>
                  <a:pt x="3146034" y="0"/>
                </a:lnTo>
                <a:lnTo>
                  <a:pt x="3146034" y="600607"/>
                </a:lnTo>
                <a:lnTo>
                  <a:pt x="0" y="60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5978" y="8180971"/>
            <a:ext cx="1796555" cy="1077329"/>
            <a:chOff x="0" y="0"/>
            <a:chExt cx="6349746" cy="38077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337046" cy="3795014"/>
            </a:xfrm>
            <a:custGeom>
              <a:avLst/>
              <a:gdLst/>
              <a:ahLst/>
              <a:cxnLst/>
              <a:rect r="r" b="b" t="t" l="l"/>
              <a:pathLst>
                <a:path h="3795014" w="6337046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9746" cy="3807714"/>
            </a:xfrm>
            <a:custGeom>
              <a:avLst/>
              <a:gdLst/>
              <a:ahLst/>
              <a:cxnLst/>
              <a:rect r="r" b="b" t="t" l="l"/>
              <a:pathLst>
                <a:path h="3807714" w="6349746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023467" y="8180971"/>
            <a:ext cx="2448476" cy="1077329"/>
          </a:xfrm>
          <a:custGeom>
            <a:avLst/>
            <a:gdLst/>
            <a:ahLst/>
            <a:cxnLst/>
            <a:rect r="r" b="b" t="t" l="l"/>
            <a:pathLst>
              <a:path h="1077329" w="2448476">
                <a:moveTo>
                  <a:pt x="0" y="0"/>
                </a:moveTo>
                <a:lnTo>
                  <a:pt x="2448476" y="0"/>
                </a:lnTo>
                <a:lnTo>
                  <a:pt x="2448476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85978" y="2131111"/>
            <a:ext cx="10261144" cy="229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67"/>
              </a:lnSpc>
            </a:pPr>
            <a:r>
              <a:rPr lang="en-US" sz="13405" spc="563">
                <a:solidFill>
                  <a:srgbClr val="4C4A4A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Computer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5978" y="3966542"/>
            <a:ext cx="7658022" cy="133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 spc="327">
                <a:solidFill>
                  <a:srgbClr val="4C4A4A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Technology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85770" y="6508557"/>
            <a:ext cx="3772346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4C4A4A"/>
                </a:solidFill>
                <a:latin typeface="Arian"/>
                <a:ea typeface="Arian"/>
                <a:cs typeface="Arian"/>
                <a:sym typeface="Arian"/>
              </a:rPr>
              <a:t>Lorem ipsum dolor sit amet, consectetur adipiscing elit, sed do eiusmod tempor incididunt ut labore et dolore magna aliqua.</a:t>
            </a:r>
            <a:r>
              <a:rPr lang="en-US" sz="1200">
                <a:solidFill>
                  <a:srgbClr val="4C4A4A"/>
                </a:solidFill>
                <a:latin typeface="Arian"/>
                <a:ea typeface="Arian"/>
                <a:cs typeface="Arian"/>
                <a:sym typeface="Arian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5978" y="864329"/>
            <a:ext cx="3156961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STUDIO SHODWE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29768" y="8476113"/>
            <a:ext cx="511228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WWW.REALLYGREATSITE.COM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11288" y="832339"/>
            <a:ext cx="387140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PRESENTATION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2876816" y="2388286"/>
            <a:ext cx="4340351" cy="4529778"/>
          </a:xfrm>
          <a:custGeom>
            <a:avLst/>
            <a:gdLst/>
            <a:ahLst/>
            <a:cxnLst/>
            <a:rect r="r" b="b" t="t" l="l"/>
            <a:pathLst>
              <a:path h="4529778" w="4340351">
                <a:moveTo>
                  <a:pt x="0" y="0"/>
                </a:moveTo>
                <a:lnTo>
                  <a:pt x="4340350" y="0"/>
                </a:lnTo>
                <a:lnTo>
                  <a:pt x="4340350" y="4529778"/>
                </a:lnTo>
                <a:lnTo>
                  <a:pt x="0" y="45297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181" y="580551"/>
            <a:ext cx="17167638" cy="9125897"/>
            <a:chOff x="0" y="0"/>
            <a:chExt cx="4521518" cy="2403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1518" cy="2403528"/>
            </a:xfrm>
            <a:custGeom>
              <a:avLst/>
              <a:gdLst/>
              <a:ahLst/>
              <a:cxnLst/>
              <a:rect r="r" b="b" t="t" l="l"/>
              <a:pathLst>
                <a:path h="2403528" w="452151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0181" y="7801459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948862" y="580551"/>
            <a:ext cx="0" cy="72209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30222" y="775558"/>
            <a:ext cx="3146034" cy="600607"/>
          </a:xfrm>
          <a:custGeom>
            <a:avLst/>
            <a:gdLst/>
            <a:ahLst/>
            <a:cxnLst/>
            <a:rect r="r" b="b" t="t" l="l"/>
            <a:pathLst>
              <a:path h="600607" w="3146034">
                <a:moveTo>
                  <a:pt x="0" y="0"/>
                </a:moveTo>
                <a:lnTo>
                  <a:pt x="3146034" y="0"/>
                </a:lnTo>
                <a:lnTo>
                  <a:pt x="3146034" y="600607"/>
                </a:lnTo>
                <a:lnTo>
                  <a:pt x="0" y="60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5978" y="8180971"/>
            <a:ext cx="1796555" cy="1077329"/>
            <a:chOff x="0" y="0"/>
            <a:chExt cx="6349746" cy="38077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337046" cy="3795014"/>
            </a:xfrm>
            <a:custGeom>
              <a:avLst/>
              <a:gdLst/>
              <a:ahLst/>
              <a:cxnLst/>
              <a:rect r="r" b="b" t="t" l="l"/>
              <a:pathLst>
                <a:path h="3795014" w="6337046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9746" cy="3807714"/>
            </a:xfrm>
            <a:custGeom>
              <a:avLst/>
              <a:gdLst/>
              <a:ahLst/>
              <a:cxnLst/>
              <a:rect r="r" b="b" t="t" l="l"/>
              <a:pathLst>
                <a:path h="3807714" w="6349746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023467" y="8180971"/>
            <a:ext cx="2448476" cy="1077329"/>
          </a:xfrm>
          <a:custGeom>
            <a:avLst/>
            <a:gdLst/>
            <a:ahLst/>
            <a:cxnLst/>
            <a:rect r="r" b="b" t="t" l="l"/>
            <a:pathLst>
              <a:path h="1077329" w="2448476">
                <a:moveTo>
                  <a:pt x="0" y="0"/>
                </a:moveTo>
                <a:lnTo>
                  <a:pt x="2448476" y="0"/>
                </a:lnTo>
                <a:lnTo>
                  <a:pt x="2448476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85978" y="2188261"/>
            <a:ext cx="7890278" cy="1768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31"/>
              </a:lnSpc>
            </a:pPr>
            <a:r>
              <a:rPr lang="en-US" sz="10307" spc="432">
                <a:solidFill>
                  <a:srgbClr val="4C4A4A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Welcome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5978" y="864329"/>
            <a:ext cx="3156961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STUDIO SHODWE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29768" y="8476113"/>
            <a:ext cx="511228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WWW.REALLYGREATSITE.COM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11288" y="832339"/>
            <a:ext cx="387140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PRESENTATION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5978" y="4518648"/>
            <a:ext cx="7212985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525125" y="1995659"/>
            <a:ext cx="4298581" cy="4448726"/>
          </a:xfrm>
          <a:custGeom>
            <a:avLst/>
            <a:gdLst/>
            <a:ahLst/>
            <a:cxnLst/>
            <a:rect r="r" b="b" t="t" l="l"/>
            <a:pathLst>
              <a:path h="4448726" w="4298581">
                <a:moveTo>
                  <a:pt x="0" y="0"/>
                </a:moveTo>
                <a:lnTo>
                  <a:pt x="4298581" y="0"/>
                </a:lnTo>
                <a:lnTo>
                  <a:pt x="4298581" y="4448726"/>
                </a:lnTo>
                <a:lnTo>
                  <a:pt x="0" y="44487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987502" y="4121026"/>
            <a:ext cx="3271798" cy="2932720"/>
          </a:xfrm>
          <a:custGeom>
            <a:avLst/>
            <a:gdLst/>
            <a:ahLst/>
            <a:cxnLst/>
            <a:rect r="r" b="b" t="t" l="l"/>
            <a:pathLst>
              <a:path h="2932720" w="3271798">
                <a:moveTo>
                  <a:pt x="0" y="0"/>
                </a:moveTo>
                <a:lnTo>
                  <a:pt x="3271798" y="0"/>
                </a:lnTo>
                <a:lnTo>
                  <a:pt x="3271798" y="2932720"/>
                </a:lnTo>
                <a:lnTo>
                  <a:pt x="0" y="2932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181" y="580551"/>
            <a:ext cx="17167638" cy="9125897"/>
            <a:chOff x="0" y="0"/>
            <a:chExt cx="4521518" cy="2403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1518" cy="2403528"/>
            </a:xfrm>
            <a:custGeom>
              <a:avLst/>
              <a:gdLst/>
              <a:ahLst/>
              <a:cxnLst/>
              <a:rect r="r" b="b" t="t" l="l"/>
              <a:pathLst>
                <a:path h="2403528" w="452151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0181" y="7801459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948862" y="580551"/>
            <a:ext cx="0" cy="72209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30222" y="775558"/>
            <a:ext cx="3146034" cy="600607"/>
          </a:xfrm>
          <a:custGeom>
            <a:avLst/>
            <a:gdLst/>
            <a:ahLst/>
            <a:cxnLst/>
            <a:rect r="r" b="b" t="t" l="l"/>
            <a:pathLst>
              <a:path h="600607" w="3146034">
                <a:moveTo>
                  <a:pt x="0" y="0"/>
                </a:moveTo>
                <a:lnTo>
                  <a:pt x="3146034" y="0"/>
                </a:lnTo>
                <a:lnTo>
                  <a:pt x="3146034" y="600607"/>
                </a:lnTo>
                <a:lnTo>
                  <a:pt x="0" y="60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5978" y="8180971"/>
            <a:ext cx="1796555" cy="1077329"/>
            <a:chOff x="0" y="0"/>
            <a:chExt cx="6349746" cy="38077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337046" cy="3795014"/>
            </a:xfrm>
            <a:custGeom>
              <a:avLst/>
              <a:gdLst/>
              <a:ahLst/>
              <a:cxnLst/>
              <a:rect r="r" b="b" t="t" l="l"/>
              <a:pathLst>
                <a:path h="3795014" w="6337046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9746" cy="3807714"/>
            </a:xfrm>
            <a:custGeom>
              <a:avLst/>
              <a:gdLst/>
              <a:ahLst/>
              <a:cxnLst/>
              <a:rect r="r" b="b" t="t" l="l"/>
              <a:pathLst>
                <a:path h="3807714" w="6349746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023467" y="8180971"/>
            <a:ext cx="2448476" cy="1077329"/>
          </a:xfrm>
          <a:custGeom>
            <a:avLst/>
            <a:gdLst/>
            <a:ahLst/>
            <a:cxnLst/>
            <a:rect r="r" b="b" t="t" l="l"/>
            <a:pathLst>
              <a:path h="1077329" w="2448476">
                <a:moveTo>
                  <a:pt x="0" y="0"/>
                </a:moveTo>
                <a:lnTo>
                  <a:pt x="2448476" y="0"/>
                </a:lnTo>
                <a:lnTo>
                  <a:pt x="2448476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85978" y="2554586"/>
            <a:ext cx="7890278" cy="148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91"/>
              </a:lnSpc>
            </a:pPr>
            <a:r>
              <a:rPr lang="en-US" sz="8708" spc="365">
                <a:solidFill>
                  <a:srgbClr val="4C4A4A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Introduction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5978" y="864329"/>
            <a:ext cx="3156961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STUDIO SHODWE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29768" y="8476113"/>
            <a:ext cx="511228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WWW.REALLYGREATSITE.COM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11288" y="832339"/>
            <a:ext cx="387140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PRESENTATION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5978" y="4352695"/>
            <a:ext cx="7212985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Freeform 19" id="19"/>
          <p:cNvSpPr/>
          <p:nvPr/>
        </p:nvSpPr>
        <p:spPr>
          <a:xfrm flipH="true" flipV="false" rot="0">
            <a:off x="11127951" y="2128729"/>
            <a:ext cx="4947497" cy="5163422"/>
          </a:xfrm>
          <a:custGeom>
            <a:avLst/>
            <a:gdLst/>
            <a:ahLst/>
            <a:cxnLst/>
            <a:rect r="r" b="b" t="t" l="l"/>
            <a:pathLst>
              <a:path h="5163422" w="4947497">
                <a:moveTo>
                  <a:pt x="4947498" y="0"/>
                </a:moveTo>
                <a:lnTo>
                  <a:pt x="0" y="0"/>
                </a:lnTo>
                <a:lnTo>
                  <a:pt x="0" y="5163422"/>
                </a:lnTo>
                <a:lnTo>
                  <a:pt x="4947498" y="5163422"/>
                </a:lnTo>
                <a:lnTo>
                  <a:pt x="494749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173133" y="2348741"/>
            <a:ext cx="1337844" cy="2061104"/>
          </a:xfrm>
          <a:custGeom>
            <a:avLst/>
            <a:gdLst/>
            <a:ahLst/>
            <a:cxnLst/>
            <a:rect r="r" b="b" t="t" l="l"/>
            <a:pathLst>
              <a:path h="2061104" w="1337844">
                <a:moveTo>
                  <a:pt x="0" y="0"/>
                </a:moveTo>
                <a:lnTo>
                  <a:pt x="1337844" y="0"/>
                </a:lnTo>
                <a:lnTo>
                  <a:pt x="1337844" y="2061104"/>
                </a:lnTo>
                <a:lnTo>
                  <a:pt x="0" y="20611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181" y="580551"/>
            <a:ext cx="17167638" cy="9125897"/>
            <a:chOff x="0" y="0"/>
            <a:chExt cx="4521518" cy="2403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1518" cy="2403528"/>
            </a:xfrm>
            <a:custGeom>
              <a:avLst/>
              <a:gdLst/>
              <a:ahLst/>
              <a:cxnLst/>
              <a:rect r="r" b="b" t="t" l="l"/>
              <a:pathLst>
                <a:path h="2403528" w="452151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0181" y="7801459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948862" y="580551"/>
            <a:ext cx="0" cy="72209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30222" y="775558"/>
            <a:ext cx="3146034" cy="600607"/>
          </a:xfrm>
          <a:custGeom>
            <a:avLst/>
            <a:gdLst/>
            <a:ahLst/>
            <a:cxnLst/>
            <a:rect r="r" b="b" t="t" l="l"/>
            <a:pathLst>
              <a:path h="600607" w="3146034">
                <a:moveTo>
                  <a:pt x="0" y="0"/>
                </a:moveTo>
                <a:lnTo>
                  <a:pt x="3146034" y="0"/>
                </a:lnTo>
                <a:lnTo>
                  <a:pt x="3146034" y="600607"/>
                </a:lnTo>
                <a:lnTo>
                  <a:pt x="0" y="60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5978" y="8180971"/>
            <a:ext cx="1796555" cy="1077329"/>
            <a:chOff x="0" y="0"/>
            <a:chExt cx="6349746" cy="38077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337046" cy="3795014"/>
            </a:xfrm>
            <a:custGeom>
              <a:avLst/>
              <a:gdLst/>
              <a:ahLst/>
              <a:cxnLst/>
              <a:rect r="r" b="b" t="t" l="l"/>
              <a:pathLst>
                <a:path h="3795014" w="6337046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9746" cy="3807714"/>
            </a:xfrm>
            <a:custGeom>
              <a:avLst/>
              <a:gdLst/>
              <a:ahLst/>
              <a:cxnLst/>
              <a:rect r="r" b="b" t="t" l="l"/>
              <a:pathLst>
                <a:path h="3807714" w="6349746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023467" y="8180971"/>
            <a:ext cx="2448476" cy="1077329"/>
          </a:xfrm>
          <a:custGeom>
            <a:avLst/>
            <a:gdLst/>
            <a:ahLst/>
            <a:cxnLst/>
            <a:rect r="r" b="b" t="t" l="l"/>
            <a:pathLst>
              <a:path h="1077329" w="2448476">
                <a:moveTo>
                  <a:pt x="0" y="0"/>
                </a:moveTo>
                <a:lnTo>
                  <a:pt x="2448476" y="0"/>
                </a:lnTo>
                <a:lnTo>
                  <a:pt x="2448476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86504" y="2716371"/>
            <a:ext cx="8462885" cy="159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76"/>
              </a:lnSpc>
            </a:pPr>
            <a:r>
              <a:rPr lang="en-US" sz="9340" spc="392">
                <a:solidFill>
                  <a:srgbClr val="4C4A4A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computer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5978" y="864329"/>
            <a:ext cx="3156961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STUDIO SHODWE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29768" y="8476113"/>
            <a:ext cx="511228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WWW.REALLYGREATSITE.COM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11288" y="832339"/>
            <a:ext cx="387140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PRESENTATION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5978" y="4744421"/>
            <a:ext cx="7212985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5978" y="2157271"/>
            <a:ext cx="6630561" cy="115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5"/>
              </a:lnSpc>
            </a:pPr>
            <a:r>
              <a:rPr lang="en-US" sz="6753" spc="283">
                <a:solidFill>
                  <a:srgbClr val="4C4A4A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about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879103" y="2226639"/>
            <a:ext cx="3639898" cy="4967603"/>
          </a:xfrm>
          <a:custGeom>
            <a:avLst/>
            <a:gdLst/>
            <a:ahLst/>
            <a:cxnLst/>
            <a:rect r="r" b="b" t="t" l="l"/>
            <a:pathLst>
              <a:path h="4967603" w="3639898">
                <a:moveTo>
                  <a:pt x="0" y="0"/>
                </a:moveTo>
                <a:lnTo>
                  <a:pt x="3639898" y="0"/>
                </a:lnTo>
                <a:lnTo>
                  <a:pt x="3639898" y="4967603"/>
                </a:lnTo>
                <a:lnTo>
                  <a:pt x="0" y="49676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519001" y="5143500"/>
            <a:ext cx="2919785" cy="1794451"/>
          </a:xfrm>
          <a:custGeom>
            <a:avLst/>
            <a:gdLst/>
            <a:ahLst/>
            <a:cxnLst/>
            <a:rect r="r" b="b" t="t" l="l"/>
            <a:pathLst>
              <a:path h="1794451" w="2919785">
                <a:moveTo>
                  <a:pt x="0" y="0"/>
                </a:moveTo>
                <a:lnTo>
                  <a:pt x="2919786" y="0"/>
                </a:lnTo>
                <a:lnTo>
                  <a:pt x="2919786" y="1794451"/>
                </a:lnTo>
                <a:lnTo>
                  <a:pt x="0" y="1794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181" y="580551"/>
            <a:ext cx="17167638" cy="9125897"/>
            <a:chOff x="0" y="0"/>
            <a:chExt cx="4521518" cy="2403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1518" cy="2403528"/>
            </a:xfrm>
            <a:custGeom>
              <a:avLst/>
              <a:gdLst/>
              <a:ahLst/>
              <a:cxnLst/>
              <a:rect r="r" b="b" t="t" l="l"/>
              <a:pathLst>
                <a:path h="2403528" w="452151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0181" y="7801459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948862" y="580551"/>
            <a:ext cx="0" cy="72209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30222" y="775558"/>
            <a:ext cx="3146034" cy="600607"/>
          </a:xfrm>
          <a:custGeom>
            <a:avLst/>
            <a:gdLst/>
            <a:ahLst/>
            <a:cxnLst/>
            <a:rect r="r" b="b" t="t" l="l"/>
            <a:pathLst>
              <a:path h="600607" w="3146034">
                <a:moveTo>
                  <a:pt x="0" y="0"/>
                </a:moveTo>
                <a:lnTo>
                  <a:pt x="3146034" y="0"/>
                </a:lnTo>
                <a:lnTo>
                  <a:pt x="3146034" y="600607"/>
                </a:lnTo>
                <a:lnTo>
                  <a:pt x="0" y="60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86504" y="2716371"/>
            <a:ext cx="8462885" cy="159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76"/>
              </a:lnSpc>
            </a:pPr>
            <a:r>
              <a:rPr lang="en-US" sz="9340" spc="392">
                <a:solidFill>
                  <a:srgbClr val="4C4A4A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computer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5978" y="864329"/>
            <a:ext cx="3156961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STUDIO SHODWE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29768" y="8476113"/>
            <a:ext cx="511228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WWW.REALLYGREATSITE.COM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11288" y="832339"/>
            <a:ext cx="387140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PRESENTATION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5978" y="4744421"/>
            <a:ext cx="7212985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5978" y="2157271"/>
            <a:ext cx="6630561" cy="115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5"/>
              </a:lnSpc>
            </a:pPr>
            <a:r>
              <a:rPr lang="en-US" sz="6753" spc="283">
                <a:solidFill>
                  <a:srgbClr val="4C4A4A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Hardware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6504" y="8280850"/>
            <a:ext cx="5836799" cy="80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CENTRAL PROCESSING UNIT (CPU) &amp; MEMORY (RAM AND STORAGE)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768141" y="2312264"/>
            <a:ext cx="4218242" cy="4978612"/>
          </a:xfrm>
          <a:custGeom>
            <a:avLst/>
            <a:gdLst/>
            <a:ahLst/>
            <a:cxnLst/>
            <a:rect r="r" b="b" t="t" l="l"/>
            <a:pathLst>
              <a:path h="4978612" w="4218242">
                <a:moveTo>
                  <a:pt x="0" y="0"/>
                </a:moveTo>
                <a:lnTo>
                  <a:pt x="4218242" y="0"/>
                </a:lnTo>
                <a:lnTo>
                  <a:pt x="4218242" y="4978613"/>
                </a:lnTo>
                <a:lnTo>
                  <a:pt x="0" y="49786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559826" y="2412580"/>
            <a:ext cx="3041874" cy="1902554"/>
          </a:xfrm>
          <a:custGeom>
            <a:avLst/>
            <a:gdLst/>
            <a:ahLst/>
            <a:cxnLst/>
            <a:rect r="r" b="b" t="t" l="l"/>
            <a:pathLst>
              <a:path h="1902554" w="3041874">
                <a:moveTo>
                  <a:pt x="0" y="0"/>
                </a:moveTo>
                <a:lnTo>
                  <a:pt x="3041874" y="0"/>
                </a:lnTo>
                <a:lnTo>
                  <a:pt x="3041874" y="1902554"/>
                </a:lnTo>
                <a:lnTo>
                  <a:pt x="0" y="1902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181" y="580551"/>
            <a:ext cx="17167638" cy="9125897"/>
            <a:chOff x="0" y="0"/>
            <a:chExt cx="4521518" cy="2403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1518" cy="2403528"/>
            </a:xfrm>
            <a:custGeom>
              <a:avLst/>
              <a:gdLst/>
              <a:ahLst/>
              <a:cxnLst/>
              <a:rect r="r" b="b" t="t" l="l"/>
              <a:pathLst>
                <a:path h="2403528" w="452151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0181" y="7801459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948862" y="580551"/>
            <a:ext cx="0" cy="72209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30222" y="775558"/>
            <a:ext cx="3146034" cy="600607"/>
          </a:xfrm>
          <a:custGeom>
            <a:avLst/>
            <a:gdLst/>
            <a:ahLst/>
            <a:cxnLst/>
            <a:rect r="r" b="b" t="t" l="l"/>
            <a:pathLst>
              <a:path h="600607" w="3146034">
                <a:moveTo>
                  <a:pt x="0" y="0"/>
                </a:moveTo>
                <a:lnTo>
                  <a:pt x="3146034" y="0"/>
                </a:lnTo>
                <a:lnTo>
                  <a:pt x="3146034" y="600607"/>
                </a:lnTo>
                <a:lnTo>
                  <a:pt x="0" y="60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86504" y="2716371"/>
            <a:ext cx="8462885" cy="159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76"/>
              </a:lnSpc>
            </a:pPr>
            <a:r>
              <a:rPr lang="en-US" sz="9340" spc="392">
                <a:solidFill>
                  <a:srgbClr val="4C4A4A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computer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5978" y="864329"/>
            <a:ext cx="3156961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STUDIO SHODWE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29768" y="8476113"/>
            <a:ext cx="511228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WWW.REALLYGREATSITE.COM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11288" y="832339"/>
            <a:ext cx="387140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PRESENTATION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5978" y="4744421"/>
            <a:ext cx="7212985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5978" y="2157271"/>
            <a:ext cx="6630561" cy="115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5"/>
              </a:lnSpc>
            </a:pPr>
            <a:r>
              <a:rPr lang="en-US" sz="6753" spc="283">
                <a:solidFill>
                  <a:srgbClr val="4C4A4A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Software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6504" y="8280850"/>
            <a:ext cx="5836799" cy="80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SOFTWARE APPLICATIONS &amp; OPERATING SYSTEMS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111288" y="4420894"/>
            <a:ext cx="4204529" cy="3004327"/>
          </a:xfrm>
          <a:custGeom>
            <a:avLst/>
            <a:gdLst/>
            <a:ahLst/>
            <a:cxnLst/>
            <a:rect r="r" b="b" t="t" l="l"/>
            <a:pathLst>
              <a:path h="3004327" w="4204529">
                <a:moveTo>
                  <a:pt x="0" y="0"/>
                </a:moveTo>
                <a:lnTo>
                  <a:pt x="4204529" y="0"/>
                </a:lnTo>
                <a:lnTo>
                  <a:pt x="4204529" y="3004327"/>
                </a:lnTo>
                <a:lnTo>
                  <a:pt x="0" y="3004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729768" y="2206434"/>
            <a:ext cx="3573287" cy="4217399"/>
          </a:xfrm>
          <a:custGeom>
            <a:avLst/>
            <a:gdLst/>
            <a:ahLst/>
            <a:cxnLst/>
            <a:rect r="r" b="b" t="t" l="l"/>
            <a:pathLst>
              <a:path h="4217399" w="3573287">
                <a:moveTo>
                  <a:pt x="0" y="0"/>
                </a:moveTo>
                <a:lnTo>
                  <a:pt x="3573287" y="0"/>
                </a:lnTo>
                <a:lnTo>
                  <a:pt x="3573287" y="4217399"/>
                </a:lnTo>
                <a:lnTo>
                  <a:pt x="0" y="42173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181" y="580551"/>
            <a:ext cx="17167638" cy="9125897"/>
            <a:chOff x="0" y="0"/>
            <a:chExt cx="4521518" cy="2403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1518" cy="2403528"/>
            </a:xfrm>
            <a:custGeom>
              <a:avLst/>
              <a:gdLst/>
              <a:ahLst/>
              <a:cxnLst/>
              <a:rect r="r" b="b" t="t" l="l"/>
              <a:pathLst>
                <a:path h="2403528" w="452151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0181" y="7801459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948862" y="580551"/>
            <a:ext cx="0" cy="72209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30222" y="775558"/>
            <a:ext cx="3146034" cy="600607"/>
          </a:xfrm>
          <a:custGeom>
            <a:avLst/>
            <a:gdLst/>
            <a:ahLst/>
            <a:cxnLst/>
            <a:rect r="r" b="b" t="t" l="l"/>
            <a:pathLst>
              <a:path h="600607" w="3146034">
                <a:moveTo>
                  <a:pt x="0" y="0"/>
                </a:moveTo>
                <a:lnTo>
                  <a:pt x="3146034" y="0"/>
                </a:lnTo>
                <a:lnTo>
                  <a:pt x="3146034" y="600607"/>
                </a:lnTo>
                <a:lnTo>
                  <a:pt x="0" y="60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5978" y="8180971"/>
            <a:ext cx="1796555" cy="1077329"/>
            <a:chOff x="0" y="0"/>
            <a:chExt cx="6349746" cy="38077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337046" cy="3795014"/>
            </a:xfrm>
            <a:custGeom>
              <a:avLst/>
              <a:gdLst/>
              <a:ahLst/>
              <a:cxnLst/>
              <a:rect r="r" b="b" t="t" l="l"/>
              <a:pathLst>
                <a:path h="3795014" w="6337046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9746" cy="3807714"/>
            </a:xfrm>
            <a:custGeom>
              <a:avLst/>
              <a:gdLst/>
              <a:ahLst/>
              <a:cxnLst/>
              <a:rect r="r" b="b" t="t" l="l"/>
              <a:pathLst>
                <a:path h="3807714" w="6349746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023467" y="8180971"/>
            <a:ext cx="2448476" cy="1077329"/>
          </a:xfrm>
          <a:custGeom>
            <a:avLst/>
            <a:gdLst/>
            <a:ahLst/>
            <a:cxnLst/>
            <a:rect r="r" b="b" t="t" l="l"/>
            <a:pathLst>
              <a:path h="1077329" w="2448476">
                <a:moveTo>
                  <a:pt x="0" y="0"/>
                </a:moveTo>
                <a:lnTo>
                  <a:pt x="2448476" y="0"/>
                </a:lnTo>
                <a:lnTo>
                  <a:pt x="2448476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86504" y="2716371"/>
            <a:ext cx="8462885" cy="159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76"/>
              </a:lnSpc>
            </a:pPr>
            <a:r>
              <a:rPr lang="en-US" sz="9340" spc="392">
                <a:solidFill>
                  <a:srgbClr val="4C4A4A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Internet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5978" y="864329"/>
            <a:ext cx="3156961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STUDIO SHODWE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29768" y="8476113"/>
            <a:ext cx="511228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WWW.REALLYGREATSITE.COM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11288" y="832339"/>
            <a:ext cx="387140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PRESENTATION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5978" y="4744421"/>
            <a:ext cx="7212985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5978" y="2157271"/>
            <a:ext cx="6630561" cy="115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5"/>
              </a:lnSpc>
            </a:pPr>
            <a:r>
              <a:rPr lang="en-US" sz="6753" spc="283">
                <a:solidFill>
                  <a:srgbClr val="4C4A4A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Networking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539061" y="3985353"/>
            <a:ext cx="5302994" cy="3258931"/>
          </a:xfrm>
          <a:custGeom>
            <a:avLst/>
            <a:gdLst/>
            <a:ahLst/>
            <a:cxnLst/>
            <a:rect r="r" b="b" t="t" l="l"/>
            <a:pathLst>
              <a:path h="3258931" w="5302994">
                <a:moveTo>
                  <a:pt x="0" y="0"/>
                </a:moveTo>
                <a:lnTo>
                  <a:pt x="5302994" y="0"/>
                </a:lnTo>
                <a:lnTo>
                  <a:pt x="5302994" y="3258931"/>
                </a:lnTo>
                <a:lnTo>
                  <a:pt x="0" y="32589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535963" y="2129788"/>
            <a:ext cx="4582608" cy="4114800"/>
          </a:xfrm>
          <a:custGeom>
            <a:avLst/>
            <a:gdLst/>
            <a:ahLst/>
            <a:cxnLst/>
            <a:rect r="r" b="b" t="t" l="l"/>
            <a:pathLst>
              <a:path h="4114800" w="4582608">
                <a:moveTo>
                  <a:pt x="0" y="0"/>
                </a:moveTo>
                <a:lnTo>
                  <a:pt x="4582608" y="0"/>
                </a:lnTo>
                <a:lnTo>
                  <a:pt x="458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883" y="580551"/>
            <a:ext cx="17167638" cy="9125897"/>
            <a:chOff x="0" y="0"/>
            <a:chExt cx="4521518" cy="2403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1518" cy="2403528"/>
            </a:xfrm>
            <a:custGeom>
              <a:avLst/>
              <a:gdLst/>
              <a:ahLst/>
              <a:cxnLst/>
              <a:rect r="r" b="b" t="t" l="l"/>
              <a:pathLst>
                <a:path h="2403528" w="452151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60181" y="1619422"/>
            <a:ext cx="1709334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0181" y="7801459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96686" y="775558"/>
            <a:ext cx="3146034" cy="600607"/>
          </a:xfrm>
          <a:custGeom>
            <a:avLst/>
            <a:gdLst/>
            <a:ahLst/>
            <a:cxnLst/>
            <a:rect r="r" b="b" t="t" l="l"/>
            <a:pathLst>
              <a:path h="600607" w="3146034">
                <a:moveTo>
                  <a:pt x="0" y="0"/>
                </a:moveTo>
                <a:lnTo>
                  <a:pt x="3146034" y="0"/>
                </a:lnTo>
                <a:lnTo>
                  <a:pt x="3146034" y="600607"/>
                </a:lnTo>
                <a:lnTo>
                  <a:pt x="0" y="60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85978" y="8180971"/>
            <a:ext cx="1796555" cy="1077329"/>
            <a:chOff x="0" y="0"/>
            <a:chExt cx="6349746" cy="38077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6337046" cy="3795014"/>
            </a:xfrm>
            <a:custGeom>
              <a:avLst/>
              <a:gdLst/>
              <a:ahLst/>
              <a:cxnLst/>
              <a:rect r="r" b="b" t="t" l="l"/>
              <a:pathLst>
                <a:path h="3795014" w="6337046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49746" cy="3807714"/>
            </a:xfrm>
            <a:custGeom>
              <a:avLst/>
              <a:gdLst/>
              <a:ahLst/>
              <a:cxnLst/>
              <a:rect r="r" b="b" t="t" l="l"/>
              <a:pathLst>
                <a:path h="3807714" w="6349746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023467" y="8180971"/>
            <a:ext cx="2448476" cy="1077329"/>
          </a:xfrm>
          <a:custGeom>
            <a:avLst/>
            <a:gdLst/>
            <a:ahLst/>
            <a:cxnLst/>
            <a:rect r="r" b="b" t="t" l="l"/>
            <a:pathLst>
              <a:path h="1077329" w="2448476">
                <a:moveTo>
                  <a:pt x="0" y="0"/>
                </a:moveTo>
                <a:lnTo>
                  <a:pt x="2448476" y="0"/>
                </a:lnTo>
                <a:lnTo>
                  <a:pt x="2448476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85978" y="864329"/>
            <a:ext cx="3156961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STUDIO SHODWE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29768" y="8476113"/>
            <a:ext cx="511228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WWW.REALLYGREATSITE.COM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11288" y="832339"/>
            <a:ext cx="387140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PRESENTATION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76587" y="5511547"/>
            <a:ext cx="4734826" cy="89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8"/>
              </a:lnSpc>
            </a:pPr>
            <a:r>
              <a:rPr lang="en-US" sz="5220" spc="219">
                <a:solidFill>
                  <a:srgbClr val="4C4A4A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Data Security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157027" y="2508182"/>
            <a:ext cx="1973945" cy="2693970"/>
          </a:xfrm>
          <a:custGeom>
            <a:avLst/>
            <a:gdLst/>
            <a:ahLst/>
            <a:cxnLst/>
            <a:rect r="r" b="b" t="t" l="l"/>
            <a:pathLst>
              <a:path h="2693970" w="1973945">
                <a:moveTo>
                  <a:pt x="0" y="0"/>
                </a:moveTo>
                <a:lnTo>
                  <a:pt x="1973946" y="0"/>
                </a:lnTo>
                <a:lnTo>
                  <a:pt x="1973946" y="2693970"/>
                </a:lnTo>
                <a:lnTo>
                  <a:pt x="0" y="2693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923195" y="2612733"/>
            <a:ext cx="2282527" cy="2693970"/>
          </a:xfrm>
          <a:custGeom>
            <a:avLst/>
            <a:gdLst/>
            <a:ahLst/>
            <a:cxnLst/>
            <a:rect r="r" b="b" t="t" l="l"/>
            <a:pathLst>
              <a:path h="2693970" w="2282527">
                <a:moveTo>
                  <a:pt x="0" y="0"/>
                </a:moveTo>
                <a:lnTo>
                  <a:pt x="2282527" y="0"/>
                </a:lnTo>
                <a:lnTo>
                  <a:pt x="2282527" y="2693970"/>
                </a:lnTo>
                <a:lnTo>
                  <a:pt x="0" y="2693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775058" y="2644749"/>
            <a:ext cx="2543867" cy="2629937"/>
          </a:xfrm>
          <a:custGeom>
            <a:avLst/>
            <a:gdLst/>
            <a:ahLst/>
            <a:cxnLst/>
            <a:rect r="r" b="b" t="t" l="l"/>
            <a:pathLst>
              <a:path h="2629937" w="2543867">
                <a:moveTo>
                  <a:pt x="0" y="0"/>
                </a:moveTo>
                <a:lnTo>
                  <a:pt x="2543866" y="0"/>
                </a:lnTo>
                <a:lnTo>
                  <a:pt x="2543866" y="2629938"/>
                </a:lnTo>
                <a:lnTo>
                  <a:pt x="0" y="26299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257827" y="6568622"/>
            <a:ext cx="3772346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name="AutoShape 21" id="21"/>
          <p:cNvSpPr/>
          <p:nvPr/>
        </p:nvSpPr>
        <p:spPr>
          <a:xfrm flipV="true">
            <a:off x="12125776" y="580551"/>
            <a:ext cx="0" cy="72209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6158318" y="580551"/>
            <a:ext cx="0" cy="72209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915120" y="5511547"/>
            <a:ext cx="4734826" cy="89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8"/>
              </a:lnSpc>
            </a:pPr>
            <a:r>
              <a:rPr lang="en-US" sz="5220" spc="219">
                <a:solidFill>
                  <a:srgbClr val="4C4A4A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Databases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6360" y="6568622"/>
            <a:ext cx="3772346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24474" y="5511547"/>
            <a:ext cx="4734826" cy="89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8"/>
              </a:lnSpc>
            </a:pPr>
            <a:r>
              <a:rPr lang="en-US" sz="5220" spc="219">
                <a:solidFill>
                  <a:srgbClr val="4C4A4A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Data Analytics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05714" y="6568622"/>
            <a:ext cx="3772346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Lorem ipsum dolor sit amet, consectetur adipiscing elit, sed do eiusmod tempor incididunt ut labore et dolore magna aliqua.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181" y="580551"/>
            <a:ext cx="17167638" cy="9125897"/>
            <a:chOff x="0" y="0"/>
            <a:chExt cx="4521518" cy="2403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1518" cy="2403528"/>
            </a:xfrm>
            <a:custGeom>
              <a:avLst/>
              <a:gdLst/>
              <a:ahLst/>
              <a:cxnLst/>
              <a:rect r="r" b="b" t="t" l="l"/>
              <a:pathLst>
                <a:path h="2403528" w="452151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0181" y="7801459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948862" y="580551"/>
            <a:ext cx="0" cy="72209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30222" y="775558"/>
            <a:ext cx="3146034" cy="600607"/>
          </a:xfrm>
          <a:custGeom>
            <a:avLst/>
            <a:gdLst/>
            <a:ahLst/>
            <a:cxnLst/>
            <a:rect r="r" b="b" t="t" l="l"/>
            <a:pathLst>
              <a:path h="600607" w="3146034">
                <a:moveTo>
                  <a:pt x="0" y="0"/>
                </a:moveTo>
                <a:lnTo>
                  <a:pt x="3146034" y="0"/>
                </a:lnTo>
                <a:lnTo>
                  <a:pt x="3146034" y="600607"/>
                </a:lnTo>
                <a:lnTo>
                  <a:pt x="0" y="60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5978" y="8180971"/>
            <a:ext cx="1796555" cy="1077329"/>
            <a:chOff x="0" y="0"/>
            <a:chExt cx="6349746" cy="38077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337046" cy="3795014"/>
            </a:xfrm>
            <a:custGeom>
              <a:avLst/>
              <a:gdLst/>
              <a:ahLst/>
              <a:cxnLst/>
              <a:rect r="r" b="b" t="t" l="l"/>
              <a:pathLst>
                <a:path h="3795014" w="6337046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9746" cy="3807714"/>
            </a:xfrm>
            <a:custGeom>
              <a:avLst/>
              <a:gdLst/>
              <a:ahLst/>
              <a:cxnLst/>
              <a:rect r="r" b="b" t="t" l="l"/>
              <a:pathLst>
                <a:path h="3807714" w="6349746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023467" y="8180971"/>
            <a:ext cx="2448476" cy="1077329"/>
          </a:xfrm>
          <a:custGeom>
            <a:avLst/>
            <a:gdLst/>
            <a:ahLst/>
            <a:cxnLst/>
            <a:rect r="r" b="b" t="t" l="l"/>
            <a:pathLst>
              <a:path h="1077329" w="2448476">
                <a:moveTo>
                  <a:pt x="0" y="0"/>
                </a:moveTo>
                <a:lnTo>
                  <a:pt x="2448476" y="0"/>
                </a:lnTo>
                <a:lnTo>
                  <a:pt x="2448476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86504" y="2716371"/>
            <a:ext cx="8462885" cy="159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76"/>
              </a:lnSpc>
            </a:pPr>
            <a:r>
              <a:rPr lang="en-US" sz="9340" spc="392">
                <a:solidFill>
                  <a:srgbClr val="4C4A4A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Technology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5978" y="864329"/>
            <a:ext cx="3156961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STUDIO SHODWE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29768" y="8476113"/>
            <a:ext cx="511228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WWW.REALLYGREATSITE.COM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11288" y="832339"/>
            <a:ext cx="387140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PRESENTATION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5978" y="4744421"/>
            <a:ext cx="7212985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5978" y="2157271"/>
            <a:ext cx="6630561" cy="115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5"/>
              </a:lnSpc>
            </a:pPr>
            <a:r>
              <a:rPr lang="en-US" sz="6753" spc="283">
                <a:solidFill>
                  <a:srgbClr val="4C4A4A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Emerging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0">
            <a:off x="11201400" y="2249518"/>
            <a:ext cx="5468715" cy="4921843"/>
          </a:xfrm>
          <a:custGeom>
            <a:avLst/>
            <a:gdLst/>
            <a:ahLst/>
            <a:cxnLst/>
            <a:rect r="r" b="b" t="t" l="l"/>
            <a:pathLst>
              <a:path h="4921843" w="5468715">
                <a:moveTo>
                  <a:pt x="5468715" y="0"/>
                </a:moveTo>
                <a:lnTo>
                  <a:pt x="0" y="0"/>
                </a:lnTo>
                <a:lnTo>
                  <a:pt x="0" y="4921844"/>
                </a:lnTo>
                <a:lnTo>
                  <a:pt x="5468715" y="4921844"/>
                </a:lnTo>
                <a:lnTo>
                  <a:pt x="546871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181" y="580551"/>
            <a:ext cx="17167638" cy="9125897"/>
            <a:chOff x="0" y="0"/>
            <a:chExt cx="4521518" cy="2403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1518" cy="2403528"/>
            </a:xfrm>
            <a:custGeom>
              <a:avLst/>
              <a:gdLst/>
              <a:ahLst/>
              <a:cxnLst/>
              <a:rect r="r" b="b" t="t" l="l"/>
              <a:pathLst>
                <a:path h="2403528" w="452151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0181" y="7801459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948862" y="580551"/>
            <a:ext cx="0" cy="72209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30222" y="775558"/>
            <a:ext cx="3146034" cy="600607"/>
          </a:xfrm>
          <a:custGeom>
            <a:avLst/>
            <a:gdLst/>
            <a:ahLst/>
            <a:cxnLst/>
            <a:rect r="r" b="b" t="t" l="l"/>
            <a:pathLst>
              <a:path h="600607" w="3146034">
                <a:moveTo>
                  <a:pt x="0" y="0"/>
                </a:moveTo>
                <a:lnTo>
                  <a:pt x="3146034" y="0"/>
                </a:lnTo>
                <a:lnTo>
                  <a:pt x="3146034" y="600607"/>
                </a:lnTo>
                <a:lnTo>
                  <a:pt x="0" y="60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5978" y="8180971"/>
            <a:ext cx="1796555" cy="1077329"/>
            <a:chOff x="0" y="0"/>
            <a:chExt cx="6349746" cy="38077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337046" cy="3795014"/>
            </a:xfrm>
            <a:custGeom>
              <a:avLst/>
              <a:gdLst/>
              <a:ahLst/>
              <a:cxnLst/>
              <a:rect r="r" b="b" t="t" l="l"/>
              <a:pathLst>
                <a:path h="3795014" w="6337046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9746" cy="3807714"/>
            </a:xfrm>
            <a:custGeom>
              <a:avLst/>
              <a:gdLst/>
              <a:ahLst/>
              <a:cxnLst/>
              <a:rect r="r" b="b" t="t" l="l"/>
              <a:pathLst>
                <a:path h="3807714" w="6349746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023467" y="8180971"/>
            <a:ext cx="2448476" cy="1077329"/>
          </a:xfrm>
          <a:custGeom>
            <a:avLst/>
            <a:gdLst/>
            <a:ahLst/>
            <a:cxnLst/>
            <a:rect r="r" b="b" t="t" l="l"/>
            <a:pathLst>
              <a:path h="1077329" w="2448476">
                <a:moveTo>
                  <a:pt x="0" y="0"/>
                </a:moveTo>
                <a:lnTo>
                  <a:pt x="2448476" y="0"/>
                </a:lnTo>
                <a:lnTo>
                  <a:pt x="2448476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86504" y="2716371"/>
            <a:ext cx="8462885" cy="159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76"/>
              </a:lnSpc>
            </a:pPr>
            <a:r>
              <a:rPr lang="en-US" sz="9340" spc="392">
                <a:solidFill>
                  <a:srgbClr val="4C4A4A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Security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5978" y="864329"/>
            <a:ext cx="3156961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STUDIO SHODWE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29768" y="8476113"/>
            <a:ext cx="511228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WWW.REALLYGREATSITE.COM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11288" y="832339"/>
            <a:ext cx="387140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PRESENTATION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5978" y="4744421"/>
            <a:ext cx="7212985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5978" y="2157271"/>
            <a:ext cx="6630561" cy="115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5"/>
              </a:lnSpc>
            </a:pPr>
            <a:r>
              <a:rPr lang="en-US" sz="6753" spc="283">
                <a:solidFill>
                  <a:srgbClr val="4C4A4A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Cyber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0">
            <a:off x="10729768" y="2349480"/>
            <a:ext cx="4524459" cy="4721921"/>
          </a:xfrm>
          <a:custGeom>
            <a:avLst/>
            <a:gdLst/>
            <a:ahLst/>
            <a:cxnLst/>
            <a:rect r="r" b="b" t="t" l="l"/>
            <a:pathLst>
              <a:path h="4721921" w="4524459">
                <a:moveTo>
                  <a:pt x="4524459" y="0"/>
                </a:moveTo>
                <a:lnTo>
                  <a:pt x="0" y="0"/>
                </a:lnTo>
                <a:lnTo>
                  <a:pt x="0" y="4721921"/>
                </a:lnTo>
                <a:lnTo>
                  <a:pt x="4524459" y="4721921"/>
                </a:lnTo>
                <a:lnTo>
                  <a:pt x="452445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980528" y="3012998"/>
            <a:ext cx="3130251" cy="2805843"/>
          </a:xfrm>
          <a:custGeom>
            <a:avLst/>
            <a:gdLst/>
            <a:ahLst/>
            <a:cxnLst/>
            <a:rect r="r" b="b" t="t" l="l"/>
            <a:pathLst>
              <a:path h="2805843" w="3130251">
                <a:moveTo>
                  <a:pt x="0" y="0"/>
                </a:moveTo>
                <a:lnTo>
                  <a:pt x="3130250" y="0"/>
                </a:lnTo>
                <a:lnTo>
                  <a:pt x="3130250" y="2805843"/>
                </a:lnTo>
                <a:lnTo>
                  <a:pt x="0" y="28058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181" y="580551"/>
            <a:ext cx="17167638" cy="9125897"/>
            <a:chOff x="0" y="0"/>
            <a:chExt cx="4521518" cy="2403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1518" cy="2403528"/>
            </a:xfrm>
            <a:custGeom>
              <a:avLst/>
              <a:gdLst/>
              <a:ahLst/>
              <a:cxnLst/>
              <a:rect r="r" b="b" t="t" l="l"/>
              <a:pathLst>
                <a:path h="2403528" w="452151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0181" y="7801459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948862" y="580551"/>
            <a:ext cx="0" cy="72209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30222" y="775558"/>
            <a:ext cx="3146034" cy="600607"/>
          </a:xfrm>
          <a:custGeom>
            <a:avLst/>
            <a:gdLst/>
            <a:ahLst/>
            <a:cxnLst/>
            <a:rect r="r" b="b" t="t" l="l"/>
            <a:pathLst>
              <a:path h="600607" w="3146034">
                <a:moveTo>
                  <a:pt x="0" y="0"/>
                </a:moveTo>
                <a:lnTo>
                  <a:pt x="3146034" y="0"/>
                </a:lnTo>
                <a:lnTo>
                  <a:pt x="3146034" y="600607"/>
                </a:lnTo>
                <a:lnTo>
                  <a:pt x="0" y="60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5978" y="8180971"/>
            <a:ext cx="1796555" cy="1077329"/>
            <a:chOff x="0" y="0"/>
            <a:chExt cx="6349746" cy="38077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337046" cy="3795014"/>
            </a:xfrm>
            <a:custGeom>
              <a:avLst/>
              <a:gdLst/>
              <a:ahLst/>
              <a:cxnLst/>
              <a:rect r="r" b="b" t="t" l="l"/>
              <a:pathLst>
                <a:path h="3795014" w="6337046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9746" cy="3807714"/>
            </a:xfrm>
            <a:custGeom>
              <a:avLst/>
              <a:gdLst/>
              <a:ahLst/>
              <a:cxnLst/>
              <a:rect r="r" b="b" t="t" l="l"/>
              <a:pathLst>
                <a:path h="3807714" w="6349746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023467" y="8180971"/>
            <a:ext cx="2448476" cy="1077329"/>
          </a:xfrm>
          <a:custGeom>
            <a:avLst/>
            <a:gdLst/>
            <a:ahLst/>
            <a:cxnLst/>
            <a:rect r="r" b="b" t="t" l="l"/>
            <a:pathLst>
              <a:path h="1077329" w="2448476">
                <a:moveTo>
                  <a:pt x="0" y="0"/>
                </a:moveTo>
                <a:lnTo>
                  <a:pt x="2448476" y="0"/>
                </a:lnTo>
                <a:lnTo>
                  <a:pt x="2448476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86504" y="2716371"/>
            <a:ext cx="8462885" cy="159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76"/>
              </a:lnSpc>
            </a:pPr>
            <a:r>
              <a:rPr lang="en-US" sz="9340" spc="392">
                <a:solidFill>
                  <a:srgbClr val="4C4A4A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Society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5978" y="864329"/>
            <a:ext cx="3156961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STUDIO SHODWE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29768" y="8476113"/>
            <a:ext cx="511228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WWW.REALLYGREATSITE.COM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11288" y="832339"/>
            <a:ext cx="387140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PRESENTATION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5978" y="4744421"/>
            <a:ext cx="7212985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5978" y="2157271"/>
            <a:ext cx="6630561" cy="115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5"/>
              </a:lnSpc>
            </a:pPr>
            <a:r>
              <a:rPr lang="en-US" sz="6753" spc="283">
                <a:solidFill>
                  <a:srgbClr val="4C4A4A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Impact on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546472" y="2090771"/>
            <a:ext cx="4298581" cy="4448726"/>
          </a:xfrm>
          <a:custGeom>
            <a:avLst/>
            <a:gdLst/>
            <a:ahLst/>
            <a:cxnLst/>
            <a:rect r="r" b="b" t="t" l="l"/>
            <a:pathLst>
              <a:path h="4448726" w="4298581">
                <a:moveTo>
                  <a:pt x="0" y="0"/>
                </a:moveTo>
                <a:lnTo>
                  <a:pt x="4298581" y="0"/>
                </a:lnTo>
                <a:lnTo>
                  <a:pt x="4298581" y="4448725"/>
                </a:lnTo>
                <a:lnTo>
                  <a:pt x="0" y="44487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987502" y="4121026"/>
            <a:ext cx="3271798" cy="2932720"/>
          </a:xfrm>
          <a:custGeom>
            <a:avLst/>
            <a:gdLst/>
            <a:ahLst/>
            <a:cxnLst/>
            <a:rect r="r" b="b" t="t" l="l"/>
            <a:pathLst>
              <a:path h="2932720" w="3271798">
                <a:moveTo>
                  <a:pt x="0" y="0"/>
                </a:moveTo>
                <a:lnTo>
                  <a:pt x="3271798" y="0"/>
                </a:lnTo>
                <a:lnTo>
                  <a:pt x="3271798" y="2932720"/>
                </a:lnTo>
                <a:lnTo>
                  <a:pt x="0" y="2932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181" y="580551"/>
            <a:ext cx="17167638" cy="9125897"/>
            <a:chOff x="0" y="0"/>
            <a:chExt cx="4521518" cy="2403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1518" cy="2403528"/>
            </a:xfrm>
            <a:custGeom>
              <a:avLst/>
              <a:gdLst/>
              <a:ahLst/>
              <a:cxnLst/>
              <a:rect r="r" b="b" t="t" l="l"/>
              <a:pathLst>
                <a:path h="2403528" w="452151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0181" y="7801459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948862" y="580551"/>
            <a:ext cx="0" cy="72209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30222" y="775558"/>
            <a:ext cx="3146034" cy="600607"/>
          </a:xfrm>
          <a:custGeom>
            <a:avLst/>
            <a:gdLst/>
            <a:ahLst/>
            <a:cxnLst/>
            <a:rect r="r" b="b" t="t" l="l"/>
            <a:pathLst>
              <a:path h="600607" w="3146034">
                <a:moveTo>
                  <a:pt x="0" y="0"/>
                </a:moveTo>
                <a:lnTo>
                  <a:pt x="3146034" y="0"/>
                </a:lnTo>
                <a:lnTo>
                  <a:pt x="3146034" y="600607"/>
                </a:lnTo>
                <a:lnTo>
                  <a:pt x="0" y="60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5978" y="8180971"/>
            <a:ext cx="1796555" cy="1077329"/>
            <a:chOff x="0" y="0"/>
            <a:chExt cx="6349746" cy="38077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337046" cy="3795014"/>
            </a:xfrm>
            <a:custGeom>
              <a:avLst/>
              <a:gdLst/>
              <a:ahLst/>
              <a:cxnLst/>
              <a:rect r="r" b="b" t="t" l="l"/>
              <a:pathLst>
                <a:path h="3795014" w="6337046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9746" cy="3807714"/>
            </a:xfrm>
            <a:custGeom>
              <a:avLst/>
              <a:gdLst/>
              <a:ahLst/>
              <a:cxnLst/>
              <a:rect r="r" b="b" t="t" l="l"/>
              <a:pathLst>
                <a:path h="3807714" w="6349746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023467" y="8180971"/>
            <a:ext cx="2448476" cy="1077329"/>
          </a:xfrm>
          <a:custGeom>
            <a:avLst/>
            <a:gdLst/>
            <a:ahLst/>
            <a:cxnLst/>
            <a:rect r="r" b="b" t="t" l="l"/>
            <a:pathLst>
              <a:path h="1077329" w="2448476">
                <a:moveTo>
                  <a:pt x="0" y="0"/>
                </a:moveTo>
                <a:lnTo>
                  <a:pt x="2448476" y="0"/>
                </a:lnTo>
                <a:lnTo>
                  <a:pt x="2448476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86504" y="2716371"/>
            <a:ext cx="8462885" cy="159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76"/>
              </a:lnSpc>
            </a:pPr>
            <a:r>
              <a:rPr lang="en-US" sz="9340" spc="392">
                <a:solidFill>
                  <a:srgbClr val="4C4A4A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Prospect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5978" y="864329"/>
            <a:ext cx="3156961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STUDIO SHODWE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29768" y="8476113"/>
            <a:ext cx="511228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WWW.REALLYGREATSITE.COM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11288" y="832339"/>
            <a:ext cx="387140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PRESENTATION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5978" y="4744421"/>
            <a:ext cx="7212985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5978" y="2157271"/>
            <a:ext cx="6630561" cy="115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5"/>
              </a:lnSpc>
            </a:pPr>
            <a:r>
              <a:rPr lang="en-US" sz="6753" spc="283">
                <a:solidFill>
                  <a:srgbClr val="4C4A4A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Future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0">
            <a:off x="11127951" y="2128729"/>
            <a:ext cx="4947497" cy="5163422"/>
          </a:xfrm>
          <a:custGeom>
            <a:avLst/>
            <a:gdLst/>
            <a:ahLst/>
            <a:cxnLst/>
            <a:rect r="r" b="b" t="t" l="l"/>
            <a:pathLst>
              <a:path h="5163422" w="4947497">
                <a:moveTo>
                  <a:pt x="4947498" y="0"/>
                </a:moveTo>
                <a:lnTo>
                  <a:pt x="0" y="0"/>
                </a:lnTo>
                <a:lnTo>
                  <a:pt x="0" y="5163422"/>
                </a:lnTo>
                <a:lnTo>
                  <a:pt x="4947498" y="5163422"/>
                </a:lnTo>
                <a:lnTo>
                  <a:pt x="494749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173133" y="2348741"/>
            <a:ext cx="1337844" cy="2061104"/>
          </a:xfrm>
          <a:custGeom>
            <a:avLst/>
            <a:gdLst/>
            <a:ahLst/>
            <a:cxnLst/>
            <a:rect r="r" b="b" t="t" l="l"/>
            <a:pathLst>
              <a:path h="2061104" w="1337844">
                <a:moveTo>
                  <a:pt x="0" y="0"/>
                </a:moveTo>
                <a:lnTo>
                  <a:pt x="1337844" y="0"/>
                </a:lnTo>
                <a:lnTo>
                  <a:pt x="1337844" y="2061104"/>
                </a:lnTo>
                <a:lnTo>
                  <a:pt x="0" y="20611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181" y="580551"/>
            <a:ext cx="17167638" cy="9125897"/>
            <a:chOff x="0" y="0"/>
            <a:chExt cx="4521518" cy="2403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1518" cy="2403528"/>
            </a:xfrm>
            <a:custGeom>
              <a:avLst/>
              <a:gdLst/>
              <a:ahLst/>
              <a:cxnLst/>
              <a:rect r="r" b="b" t="t" l="l"/>
              <a:pathLst>
                <a:path h="2403528" w="452151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0181" y="7801459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948862" y="580551"/>
            <a:ext cx="0" cy="72209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30222" y="775558"/>
            <a:ext cx="3146034" cy="600607"/>
          </a:xfrm>
          <a:custGeom>
            <a:avLst/>
            <a:gdLst/>
            <a:ahLst/>
            <a:cxnLst/>
            <a:rect r="r" b="b" t="t" l="l"/>
            <a:pathLst>
              <a:path h="600607" w="3146034">
                <a:moveTo>
                  <a:pt x="0" y="0"/>
                </a:moveTo>
                <a:lnTo>
                  <a:pt x="3146034" y="0"/>
                </a:lnTo>
                <a:lnTo>
                  <a:pt x="3146034" y="600607"/>
                </a:lnTo>
                <a:lnTo>
                  <a:pt x="0" y="60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5978" y="8180971"/>
            <a:ext cx="1796555" cy="1077329"/>
            <a:chOff x="0" y="0"/>
            <a:chExt cx="6349746" cy="38077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337046" cy="3795014"/>
            </a:xfrm>
            <a:custGeom>
              <a:avLst/>
              <a:gdLst/>
              <a:ahLst/>
              <a:cxnLst/>
              <a:rect r="r" b="b" t="t" l="l"/>
              <a:pathLst>
                <a:path h="3795014" w="6337046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9746" cy="3807714"/>
            </a:xfrm>
            <a:custGeom>
              <a:avLst/>
              <a:gdLst/>
              <a:ahLst/>
              <a:cxnLst/>
              <a:rect r="r" b="b" t="t" l="l"/>
              <a:pathLst>
                <a:path h="3807714" w="6349746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023467" y="8180971"/>
            <a:ext cx="2448476" cy="1077329"/>
          </a:xfrm>
          <a:custGeom>
            <a:avLst/>
            <a:gdLst/>
            <a:ahLst/>
            <a:cxnLst/>
            <a:rect r="r" b="b" t="t" l="l"/>
            <a:pathLst>
              <a:path h="1077329" w="2448476">
                <a:moveTo>
                  <a:pt x="0" y="0"/>
                </a:moveTo>
                <a:lnTo>
                  <a:pt x="2448476" y="0"/>
                </a:lnTo>
                <a:lnTo>
                  <a:pt x="2448476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85978" y="2554586"/>
            <a:ext cx="7890278" cy="148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91"/>
              </a:lnSpc>
            </a:pPr>
            <a:r>
              <a:rPr lang="en-US" sz="8708" spc="365">
                <a:solidFill>
                  <a:srgbClr val="4C4A4A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Conclusions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5978" y="864329"/>
            <a:ext cx="3156961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STUDIO SHODWE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29768" y="8476113"/>
            <a:ext cx="511228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WWW.REALLYGREATSITE.COM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11288" y="832339"/>
            <a:ext cx="387140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PRESENTATION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5978" y="4352695"/>
            <a:ext cx="7212985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173133" y="2348741"/>
            <a:ext cx="1337844" cy="2061104"/>
          </a:xfrm>
          <a:custGeom>
            <a:avLst/>
            <a:gdLst/>
            <a:ahLst/>
            <a:cxnLst/>
            <a:rect r="r" b="b" t="t" l="l"/>
            <a:pathLst>
              <a:path h="2061104" w="1337844">
                <a:moveTo>
                  <a:pt x="0" y="0"/>
                </a:moveTo>
                <a:lnTo>
                  <a:pt x="1337844" y="0"/>
                </a:lnTo>
                <a:lnTo>
                  <a:pt x="1337844" y="2061104"/>
                </a:lnTo>
                <a:lnTo>
                  <a:pt x="0" y="2061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879103" y="2226639"/>
            <a:ext cx="3639898" cy="4967603"/>
          </a:xfrm>
          <a:custGeom>
            <a:avLst/>
            <a:gdLst/>
            <a:ahLst/>
            <a:cxnLst/>
            <a:rect r="r" b="b" t="t" l="l"/>
            <a:pathLst>
              <a:path h="4967603" w="3639898">
                <a:moveTo>
                  <a:pt x="0" y="0"/>
                </a:moveTo>
                <a:lnTo>
                  <a:pt x="3639898" y="0"/>
                </a:lnTo>
                <a:lnTo>
                  <a:pt x="3639898" y="4967603"/>
                </a:lnTo>
                <a:lnTo>
                  <a:pt x="0" y="49676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385878" y="5305290"/>
            <a:ext cx="2596816" cy="1595960"/>
          </a:xfrm>
          <a:custGeom>
            <a:avLst/>
            <a:gdLst/>
            <a:ahLst/>
            <a:cxnLst/>
            <a:rect r="r" b="b" t="t" l="l"/>
            <a:pathLst>
              <a:path h="1595960" w="2596816">
                <a:moveTo>
                  <a:pt x="0" y="0"/>
                </a:moveTo>
                <a:lnTo>
                  <a:pt x="2596816" y="0"/>
                </a:lnTo>
                <a:lnTo>
                  <a:pt x="2596816" y="1595960"/>
                </a:lnTo>
                <a:lnTo>
                  <a:pt x="0" y="15959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181" y="580551"/>
            <a:ext cx="17167638" cy="9125897"/>
            <a:chOff x="0" y="0"/>
            <a:chExt cx="4521518" cy="2403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1518" cy="2403528"/>
            </a:xfrm>
            <a:custGeom>
              <a:avLst/>
              <a:gdLst/>
              <a:ahLst/>
              <a:cxnLst/>
              <a:rect r="r" b="b" t="t" l="l"/>
              <a:pathLst>
                <a:path h="2403528" w="452151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0181" y="7801459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948862" y="580551"/>
            <a:ext cx="0" cy="72209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30222" y="775558"/>
            <a:ext cx="3146034" cy="600607"/>
          </a:xfrm>
          <a:custGeom>
            <a:avLst/>
            <a:gdLst/>
            <a:ahLst/>
            <a:cxnLst/>
            <a:rect r="r" b="b" t="t" l="l"/>
            <a:pathLst>
              <a:path h="600607" w="3146034">
                <a:moveTo>
                  <a:pt x="0" y="0"/>
                </a:moveTo>
                <a:lnTo>
                  <a:pt x="3146034" y="0"/>
                </a:lnTo>
                <a:lnTo>
                  <a:pt x="3146034" y="600607"/>
                </a:lnTo>
                <a:lnTo>
                  <a:pt x="0" y="60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5978" y="8180971"/>
            <a:ext cx="1796555" cy="1077329"/>
            <a:chOff x="0" y="0"/>
            <a:chExt cx="6349746" cy="38077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337046" cy="3795014"/>
            </a:xfrm>
            <a:custGeom>
              <a:avLst/>
              <a:gdLst/>
              <a:ahLst/>
              <a:cxnLst/>
              <a:rect r="r" b="b" t="t" l="l"/>
              <a:pathLst>
                <a:path h="3795014" w="6337046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9746" cy="3807714"/>
            </a:xfrm>
            <a:custGeom>
              <a:avLst/>
              <a:gdLst/>
              <a:ahLst/>
              <a:cxnLst/>
              <a:rect r="r" b="b" t="t" l="l"/>
              <a:pathLst>
                <a:path h="3807714" w="6349746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023467" y="8180971"/>
            <a:ext cx="2448476" cy="1077329"/>
          </a:xfrm>
          <a:custGeom>
            <a:avLst/>
            <a:gdLst/>
            <a:ahLst/>
            <a:cxnLst/>
            <a:rect r="r" b="b" t="t" l="l"/>
            <a:pathLst>
              <a:path h="1077329" w="2448476">
                <a:moveTo>
                  <a:pt x="0" y="0"/>
                </a:moveTo>
                <a:lnTo>
                  <a:pt x="2448476" y="0"/>
                </a:lnTo>
                <a:lnTo>
                  <a:pt x="2448476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86504" y="2716371"/>
            <a:ext cx="8462885" cy="159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76"/>
              </a:lnSpc>
            </a:pPr>
            <a:r>
              <a:rPr lang="en-US" sz="9340" spc="392">
                <a:solidFill>
                  <a:srgbClr val="4C4A4A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Information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5978" y="864329"/>
            <a:ext cx="3156961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STUDIO SHODWE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29768" y="8476113"/>
            <a:ext cx="511228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WWW.REALLYGREATSITE.COM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11288" y="832339"/>
            <a:ext cx="387140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PRESENTATION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5978" y="2157271"/>
            <a:ext cx="6630561" cy="115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5"/>
              </a:lnSpc>
            </a:pPr>
            <a:r>
              <a:rPr lang="en-US" sz="6753" spc="283">
                <a:solidFill>
                  <a:srgbClr val="4C4A4A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For More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6504" y="4934259"/>
            <a:ext cx="183619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E-mail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97728" y="4934259"/>
            <a:ext cx="522107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hello@reallygreatsite.com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6504" y="5484884"/>
            <a:ext cx="183619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Website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97728" y="5484884"/>
            <a:ext cx="522107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www.reallygreatsite.com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6504" y="6035510"/>
            <a:ext cx="183619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Phone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97728" y="6035510"/>
            <a:ext cx="474202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+123-456-7890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6504" y="6587652"/>
            <a:ext cx="183619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Address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97728" y="6587652"/>
            <a:ext cx="516429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C4A4A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123 Anywhere St., Any City, ST 12345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426583" y="2290621"/>
            <a:ext cx="4218242" cy="4978612"/>
          </a:xfrm>
          <a:custGeom>
            <a:avLst/>
            <a:gdLst/>
            <a:ahLst/>
            <a:cxnLst/>
            <a:rect r="r" b="b" t="t" l="l"/>
            <a:pathLst>
              <a:path h="4978612" w="4218242">
                <a:moveTo>
                  <a:pt x="0" y="0"/>
                </a:moveTo>
                <a:lnTo>
                  <a:pt x="4218243" y="0"/>
                </a:lnTo>
                <a:lnTo>
                  <a:pt x="4218243" y="4978612"/>
                </a:lnTo>
                <a:lnTo>
                  <a:pt x="0" y="49786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885969" y="2412580"/>
            <a:ext cx="2715731" cy="1698566"/>
          </a:xfrm>
          <a:custGeom>
            <a:avLst/>
            <a:gdLst/>
            <a:ahLst/>
            <a:cxnLst/>
            <a:rect r="r" b="b" t="t" l="l"/>
            <a:pathLst>
              <a:path h="1698566" w="2715731">
                <a:moveTo>
                  <a:pt x="0" y="0"/>
                </a:moveTo>
                <a:lnTo>
                  <a:pt x="2715731" y="0"/>
                </a:lnTo>
                <a:lnTo>
                  <a:pt x="2715731" y="1698566"/>
                </a:lnTo>
                <a:lnTo>
                  <a:pt x="0" y="16985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181" y="580551"/>
            <a:ext cx="17167638" cy="9125897"/>
            <a:chOff x="0" y="0"/>
            <a:chExt cx="4521518" cy="2403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1518" cy="2403528"/>
            </a:xfrm>
            <a:custGeom>
              <a:avLst/>
              <a:gdLst/>
              <a:ahLst/>
              <a:cxnLst/>
              <a:rect r="r" b="b" t="t" l="l"/>
              <a:pathLst>
                <a:path h="2403528" w="4521518">
                  <a:moveTo>
                    <a:pt x="0" y="0"/>
                  </a:moveTo>
                  <a:lnTo>
                    <a:pt x="4521518" y="0"/>
                  </a:lnTo>
                  <a:lnTo>
                    <a:pt x="4521518" y="2403528"/>
                  </a:lnTo>
                  <a:lnTo>
                    <a:pt x="0" y="240352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21518" cy="244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60181" y="1619422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0181" y="7801459"/>
            <a:ext cx="1716763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0725005" y="580551"/>
            <a:ext cx="0" cy="722090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674688" y="807548"/>
            <a:ext cx="3146034" cy="600607"/>
          </a:xfrm>
          <a:custGeom>
            <a:avLst/>
            <a:gdLst/>
            <a:ahLst/>
            <a:cxnLst/>
            <a:rect r="r" b="b" t="t" l="l"/>
            <a:pathLst>
              <a:path h="600607" w="3146034">
                <a:moveTo>
                  <a:pt x="0" y="0"/>
                </a:moveTo>
                <a:lnTo>
                  <a:pt x="3146034" y="0"/>
                </a:lnTo>
                <a:lnTo>
                  <a:pt x="3146034" y="600607"/>
                </a:lnTo>
                <a:lnTo>
                  <a:pt x="0" y="60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5978" y="8180971"/>
            <a:ext cx="1796555" cy="1077329"/>
            <a:chOff x="0" y="0"/>
            <a:chExt cx="6349746" cy="38077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337046" cy="3795014"/>
            </a:xfrm>
            <a:custGeom>
              <a:avLst/>
              <a:gdLst/>
              <a:ahLst/>
              <a:cxnLst/>
              <a:rect r="r" b="b" t="t" l="l"/>
              <a:pathLst>
                <a:path h="3795014" w="6337046">
                  <a:moveTo>
                    <a:pt x="6337046" y="599567"/>
                  </a:moveTo>
                  <a:lnTo>
                    <a:pt x="6337046" y="3795014"/>
                  </a:lnTo>
                  <a:lnTo>
                    <a:pt x="0" y="3795014"/>
                  </a:lnTo>
                  <a:lnTo>
                    <a:pt x="0" y="254000"/>
                  </a:lnTo>
                  <a:cubicBezTo>
                    <a:pt x="0" y="113792"/>
                    <a:pt x="113665" y="0"/>
                    <a:pt x="254000" y="0"/>
                  </a:cubicBezTo>
                  <a:lnTo>
                    <a:pt x="2426081" y="0"/>
                  </a:lnTo>
                  <a:cubicBezTo>
                    <a:pt x="2566416" y="0"/>
                    <a:pt x="2680081" y="113792"/>
                    <a:pt x="2680081" y="254000"/>
                  </a:cubicBezTo>
                  <a:lnTo>
                    <a:pt x="2680081" y="599567"/>
                  </a:lnTo>
                  <a:lnTo>
                    <a:pt x="6337046" y="599567"/>
                  </a:lnTo>
                  <a:close/>
                </a:path>
              </a:pathLst>
            </a:custGeom>
            <a:solidFill>
              <a:srgbClr val="F2D9D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9746" cy="3807714"/>
            </a:xfrm>
            <a:custGeom>
              <a:avLst/>
              <a:gdLst/>
              <a:ahLst/>
              <a:cxnLst/>
              <a:rect r="r" b="b" t="t" l="l"/>
              <a:pathLst>
                <a:path h="3807714" w="6349746">
                  <a:moveTo>
                    <a:pt x="2692781" y="599567"/>
                  </a:moveTo>
                  <a:lnTo>
                    <a:pt x="2692781" y="260350"/>
                  </a:lnTo>
                  <a:cubicBezTo>
                    <a:pt x="2692781" y="116840"/>
                    <a:pt x="2575941" y="0"/>
                    <a:pt x="2432431" y="0"/>
                  </a:cubicBezTo>
                  <a:lnTo>
                    <a:pt x="260350" y="0"/>
                  </a:lnTo>
                  <a:cubicBezTo>
                    <a:pt x="116840" y="0"/>
                    <a:pt x="0" y="116840"/>
                    <a:pt x="0" y="260350"/>
                  </a:cubicBezTo>
                  <a:lnTo>
                    <a:pt x="0" y="3807714"/>
                  </a:lnTo>
                  <a:lnTo>
                    <a:pt x="6349746" y="3807714"/>
                  </a:lnTo>
                  <a:lnTo>
                    <a:pt x="6349746" y="599567"/>
                  </a:lnTo>
                  <a:lnTo>
                    <a:pt x="2692781" y="599567"/>
                  </a:lnTo>
                  <a:close/>
                  <a:moveTo>
                    <a:pt x="260350" y="12700"/>
                  </a:moveTo>
                  <a:lnTo>
                    <a:pt x="2432431" y="12700"/>
                  </a:lnTo>
                  <a:cubicBezTo>
                    <a:pt x="2568956" y="12700"/>
                    <a:pt x="2680081" y="123825"/>
                    <a:pt x="2680081" y="260350"/>
                  </a:cubicBezTo>
                  <a:lnTo>
                    <a:pt x="2680081" y="612267"/>
                  </a:lnTo>
                  <a:lnTo>
                    <a:pt x="6337046" y="612267"/>
                  </a:lnTo>
                  <a:lnTo>
                    <a:pt x="6337046" y="1199007"/>
                  </a:lnTo>
                  <a:lnTo>
                    <a:pt x="12700" y="1199007"/>
                  </a:lnTo>
                  <a:lnTo>
                    <a:pt x="12700" y="260350"/>
                  </a:lnTo>
                  <a:cubicBezTo>
                    <a:pt x="12700" y="123825"/>
                    <a:pt x="123825" y="12700"/>
                    <a:pt x="260350" y="12700"/>
                  </a:cubicBezTo>
                  <a:close/>
                  <a:moveTo>
                    <a:pt x="12700" y="1211707"/>
                  </a:moveTo>
                  <a:lnTo>
                    <a:pt x="5737606" y="1211707"/>
                  </a:lnTo>
                  <a:lnTo>
                    <a:pt x="5737606" y="3795014"/>
                  </a:lnTo>
                  <a:lnTo>
                    <a:pt x="12700" y="3795014"/>
                  </a:lnTo>
                  <a:lnTo>
                    <a:pt x="12700" y="1211707"/>
                  </a:lnTo>
                  <a:close/>
                  <a:moveTo>
                    <a:pt x="5750306" y="3795014"/>
                  </a:moveTo>
                  <a:lnTo>
                    <a:pt x="5750306" y="1211707"/>
                  </a:lnTo>
                  <a:lnTo>
                    <a:pt x="6337046" y="1211707"/>
                  </a:lnTo>
                  <a:lnTo>
                    <a:pt x="6337046" y="3795014"/>
                  </a:lnTo>
                  <a:lnTo>
                    <a:pt x="5750306" y="3795014"/>
                  </a:lnTo>
                  <a:close/>
                </a:path>
              </a:pathLst>
            </a:custGeom>
            <a:solidFill>
              <a:srgbClr val="4C4A4A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023467" y="8180971"/>
            <a:ext cx="2448476" cy="1077329"/>
          </a:xfrm>
          <a:custGeom>
            <a:avLst/>
            <a:gdLst/>
            <a:ahLst/>
            <a:cxnLst/>
            <a:rect r="r" b="b" t="t" l="l"/>
            <a:pathLst>
              <a:path h="1077329" w="2448476">
                <a:moveTo>
                  <a:pt x="0" y="0"/>
                </a:moveTo>
                <a:lnTo>
                  <a:pt x="2448476" y="0"/>
                </a:lnTo>
                <a:lnTo>
                  <a:pt x="2448476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85978" y="2843587"/>
            <a:ext cx="8642157" cy="3860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2"/>
              </a:lnSpc>
            </a:pPr>
            <a:r>
              <a:rPr lang="en-US" sz="11290" spc="474">
                <a:solidFill>
                  <a:srgbClr val="4C4A4A"/>
                </a:solidFill>
                <a:latin typeface="RQND Pro Medium"/>
                <a:ea typeface="RQND Pro Medium"/>
                <a:cs typeface="RQND Pro Medium"/>
                <a:sym typeface="RQND Pro Medium"/>
              </a:rPr>
              <a:t>Thank You For Your Attention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5978" y="864329"/>
            <a:ext cx="3156961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STUDIO SHODWE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29768" y="8476113"/>
            <a:ext cx="511228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WWW.REALLYGREATSITE.COM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11288" y="832339"/>
            <a:ext cx="3871407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4C4A4A"/>
                </a:solidFill>
                <a:latin typeface="Arian Bold"/>
                <a:ea typeface="Arian Bold"/>
                <a:cs typeface="Arian Bold"/>
                <a:sym typeface="Arian Bold"/>
              </a:rPr>
              <a:t>PRESENTATION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389650" y="4257681"/>
            <a:ext cx="4424100" cy="2718811"/>
          </a:xfrm>
          <a:custGeom>
            <a:avLst/>
            <a:gdLst/>
            <a:ahLst/>
            <a:cxnLst/>
            <a:rect r="r" b="b" t="t" l="l"/>
            <a:pathLst>
              <a:path h="2718811" w="4424100">
                <a:moveTo>
                  <a:pt x="0" y="0"/>
                </a:moveTo>
                <a:lnTo>
                  <a:pt x="4424100" y="0"/>
                </a:lnTo>
                <a:lnTo>
                  <a:pt x="4424100" y="2718811"/>
                </a:lnTo>
                <a:lnTo>
                  <a:pt x="0" y="27188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692978" y="2270774"/>
            <a:ext cx="4425593" cy="3973814"/>
          </a:xfrm>
          <a:custGeom>
            <a:avLst/>
            <a:gdLst/>
            <a:ahLst/>
            <a:cxnLst/>
            <a:rect r="r" b="b" t="t" l="l"/>
            <a:pathLst>
              <a:path h="3973814" w="4425593">
                <a:moveTo>
                  <a:pt x="0" y="0"/>
                </a:moveTo>
                <a:lnTo>
                  <a:pt x="4425593" y="0"/>
                </a:lnTo>
                <a:lnTo>
                  <a:pt x="4425593" y="3973814"/>
                </a:lnTo>
                <a:lnTo>
                  <a:pt x="0" y="39738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DAHXwA9Jirg</dc:identifier>
  <dcterms:modified xsi:type="dcterms:W3CDTF">2011-08-01T06:04:30Z</dcterms:modified>
  <cp:revision>1</cp:revision>
  <dc:title>Pink and Grey Clean Illustration Computer Technology Presentation</dc:title>
</cp:coreProperties>
</file>